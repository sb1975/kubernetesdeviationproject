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Kargo GitOps Promotion Demo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GitOps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Architecture, Concepts, and Live Walkthrough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Control plane: Argo CD + Argo Rollouts + Kargo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Workload pipeline: dev -&gt; staging -&gt; production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Demo mode: UI-first, with terminal checks for proof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GitOps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teams need Kargo with GitOps: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Deploying is easy, promoting safely is hard.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Multi-environment releases need policy and auditability.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Teams need repeatable promotion gates, not ad hoc scripts.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solves promotion orchestration across environments.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GitOps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201168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481328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GitOps Repo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17520" y="1371600"/>
            <a:ext cx="2011680" cy="9144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0672" y="1481328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Argo CD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97480" y="1691640"/>
            <a:ext cx="274320" cy="27432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926080"/>
            <a:ext cx="2560320" cy="914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035808"/>
            <a:ext cx="24140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 Source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public.ecr.aws/nginx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0" y="2926080"/>
            <a:ext cx="2011680" cy="914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0752" y="3035808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2926080"/>
            <a:ext cx="2011680" cy="914400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3035808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Freight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37560" y="3246120"/>
            <a:ext cx="274320" cy="27432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15000" y="3246120"/>
            <a:ext cx="274320" cy="27432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4560" y="4572000"/>
            <a:ext cx="1828800" cy="822960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7712" y="4681728"/>
            <a:ext cx="16824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Stage: dev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4572000"/>
            <a:ext cx="2011680" cy="822960"/>
          </a:xfrm>
          <a:prstGeom prst="roundRect">
            <a:avLst/>
          </a:prstGeom>
          <a:solidFill>
            <a:srgbClr val="BAE6F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4681728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Stage: staging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32320" y="4572000"/>
            <a:ext cx="2194560" cy="822960"/>
          </a:xfrm>
          <a:prstGeom prst="roundRect">
            <a:avLst/>
          </a:prstGeom>
          <a:solidFill>
            <a:srgbClr val="93C5F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05472" y="4681728"/>
            <a:ext cx="20482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Stage: production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06240" y="4846320"/>
            <a:ext cx="274320" cy="27432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4846320"/>
            <a:ext cx="274320" cy="27432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54680" y="2423160"/>
            <a:ext cx="274320" cy="27432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7880" y="3977640"/>
            <a:ext cx="274320" cy="27432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Argo CD continuously syncs desired state from Git.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discovers artifacts as Freight and promotes across stages.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Kargo Concepts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GitOps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Project: boundary for pipeline resources.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Warehouse: discovers candidate artifacts.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Freight: immutable snapshot of discovered artifacts.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Stage: environment gate where Freight is promoted.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Promotion: transition of Freight into a Stage.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Verification: checks that determine readiness for next stage.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Repo: Two Demo Tracks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GitOps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A (works now):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Project: kargo-image-demo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Artifact source: public image feed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Goal: UI demonstration of Freight and stage workflow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B (full app pipeline):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Project: k8s-deviation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Artifact source: Git + private GHCR images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Requires GHCR read access for warehouse discovery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Three-Environment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GitOps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dev: fast feedback, can auto-promote.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staging: integration and confidence gate.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production: manual control point.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pattern: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dev auto-promotion enabled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staging auto-promotion enabled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production auto-promotion disabled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Demo 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GitOps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Open Argo CD and Kargo UIs.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Validate Argo apps are Synced from feature branch.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Open kargo-image-demo and confirm Freight appears.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Promote Freight through stages in UI.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Observe promotion history and stage state.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Show manual-control story for production.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 Demos: From Deviation Detection to Kargo Promotion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GitOps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project's existing `application_release.json` / `cluster_release.json`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baselines (R1 to R4) already describe 5 real drift patterns. Each becomes an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Kargo Project demo: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nginx: image version promotion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nginx: replica scale-out (config-only Freight)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httpd: mixed auto/manual policy promotion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memcached: verification-gated promotion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Cluster release upgrade: fleet rollout (c1, c2, c3)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 1: nginx Image Version Promotion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GitOps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Explanation: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Mirrors R1 to R4: nginx 1.24.0 to 1.25.5 to 1.26.2 to 1.27.0.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Warehouse subscribes directly to the public nginx image repo.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Each new tag becomes a Freight automatically, no manifest edit needed.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steps: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Create Warehouse subscribing to `image: nginx`, semver constraint.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Create Stages `dev`, `staging`, `production` (all manual promotion).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Confirm Freight appears for the newest discovered tag.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Promote Freight dev to staging to production, verifying pods roll.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Show `kubectl get freight,stage,promotions` as audit evidence.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 2: nginx Replica Scale-Out (Config-Only Freight)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GitOps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Explanation: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Mirrors the R3 change: nginx replicas 1 to 2, no image change.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Freight here originates from a Git subscription, not an image registry.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Demonstrates that Freight can carry manifest/config changes alone.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steps: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Edit the nginx overlay `replicas: 2` and commit to the tracked branch.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Warehouse (git subscription) discovers the new commit as Freight.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Promote through dev, staging, production stages manually.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Verify replica count increases per environment after each promotion.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Contrast with Use Case 1: same pipeline, different Freight source.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 3: httpd Mixed Auto/Manual Policy Promotion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GitOps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Explanation: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Mirrors httpd 2.4.57 to 2.4.60 across R1 to R4.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ProjectConfig sets dev and staging to auto-promote, production manual.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Demonstrates policy-driven automation with a human approval gate.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steps: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Create Warehouse subscribing to `image: httpd`.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Set `ProjectConfig.promotionPolicies`: dev auto, staging auto, prod manual.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Push a new httpd tag and watch dev and staging auto-promote.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Manually approve the production promotion in Kargo UI.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Show the freight timeline color-matching each stage as it advances.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 4: memcached Verification-Gated Promotion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GitOps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Explanation: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Mirrors memcached 1.6.21 to 1.6.29 across R1 to R4.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Public image, so pods actually run, unlike the private GHCR demo.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Re-introduces AnalysisTemplates to gate promotion on real health checks.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steps: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Create Warehouse subscribing to `image: memcached`.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Add an AnalysisTemplate probing the memcached service/port.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Promote to dev, then let verification run before staging becomes eligible.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Show a failed verification case (bad tag) blocking promotion.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Promote once verification passes, closing the health-gated story.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 5: Cluster Release Upgrade (Fleet Rollout)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GitOps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Explanation: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Mirrors `cluster_release.json`: k8s 1.27 to 1.28 to 1.29 to 1.30.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Stages map to real clusters instead of namespaces: c1, c2, c3.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Promotion step reprovisions the target kind cluster to the new node image.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steps: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Create Warehouse subscribing to `cluster_release.json` via git.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Map Stages: `c1` (dev), `c2` (staging), `c3` (production).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Promote R-release Freight from c1 to c2 to c3 in sequence.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Each promotion step swaps the kind node image and re-verifies version.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Run a brownfield Scan afterward to show the deviation has cleared.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Follow-Along: Step 0 (Terminal Setup)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GitOps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one guided command: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`bash gitops/demo/run_kargo_demo.sh`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non-interactive run: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`bash gitops/demo/run_kargo_demo.sh --auto`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prepares: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UI port-forwards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Argo app status checks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Kargo demo project apply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Freight discovery wait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Follow-Along: Step 1 (Open UIs)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GitOps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in browser: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`http://localhost:31080` (Argo CD)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`http://localhost:31081` (Kargo)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Credentials: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Argo CD: `admin / admin`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Kargo: `admin / admin`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Show that both control planes are reachable before the promotion story starts.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Follow-Along: Step 2 (Argo Baseline)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GitOps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Argo CD, show these apps: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`k8s-deviation-dev`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`k8s-deviation-staging`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`k8s-deviation-production`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out: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Source branch is `feature/sudeep-code`.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Path exists and sync is active.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Follow-Along: Step 3 (Kargo Baseline)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GitOps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Kargo UI: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Select project `kargo-image-demo`.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Confirm `Warehouse image-freight` is healthy.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Confirm Freight appears in timeline.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Confirm stages: `dev`, `staging`, `production`.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Narration: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Freight is the artifact snapshot that moves across stages.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Follow-Along: Step 4 (Promotions in UI)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GitOps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Kargo UI perform: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Promote Freight to `dev`.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Promote Freight to `staging`.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Promote Freight to `production` manually.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Production is manual by policy.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Each promotion is traceable.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Follow-Along: Step 5 (Proof &amp; Audit)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GitOps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 evidence commands: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`kubectl --context kind-dev -n kargo-image-demo get warehouse,freight,stage,promotions`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`kubectl --context kind-dev -n argocd get app`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Freight present.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Promotion records visible.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Stage states updated.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Follow-Along: Step 6 (Post-Demo Report)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GitOps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runner writes a timestamped report automatically: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`gitops/demo/reports/kargo_demo_report_&lt;timestamp&gt;.md`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report for: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stakeholder sharing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evidence of run state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quick troubleshooting notes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Validation Commands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GitOps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terminal as evidence during the demo: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kubectl --context kind-dev -n argocd get app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kubectl --context kind-dev -n kargo-image-demo get warehouse,freight,stage,promotions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kubectl --context kind-dev -n k8s-deviation get warehouse,freight,stage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commands anchor what the audience sees in UI.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 Screens To Highlight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GitOps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Argo CD: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 source path and branch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Sync and health status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Resource tree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Freight timeline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Stage nodes and current Freight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Promotion run details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Project policy behavior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and Troubleshooting Narrative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GitOps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blockers and fixes: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 path does not exist: push branch and hard refresh app.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Warehouse discovery fails: artifact registry access denied.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Freight yet: wait for warehouse interval or force refresh.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Stage stuck: inspect Stage status and Promotion details.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Outcome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GitOps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adopting Kargo: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Promotions become explicit, observable, and auditable.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Environment policy is encoded, not tribal knowledge.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Demo path scales into real production promotion practice.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7-Minute Speaker Script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GitOps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0:00 to 0:45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Introduce the release-risk problem and why GitOps needs promotion control.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0:45 to 1:30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architecture: Argo CD for sync, Kargo for promotion orchestration.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1:30 to 2:15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Project, Warehouse, Freight, Stage, and Promotion in one pass.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2:15 to 3:00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Show Argo UI baseline: branch, path, sync state for three environments.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3:00 to 4:15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Open Kargo UI project `kargo-image-demo` and show discovered Freight.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4:15 to 5:30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Promote Freight through dev and staging, then show manual production gate.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5:30 to 6:15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Run terminal proof commands for Freight, Stage, and Promotion records.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6:15 to 7:00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Close with governance message: policy-driven promotion and audit trail.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Operator Nexus: Argo CD Agent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GitOps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not `az connectedk8s proxy`: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opens a blocking, interactive session per cluster for troubleshooting.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Not designed to be a standing channel for 500 continuously-reconciling sites.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Argo CD Agent flips the connection direction: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Principal (hub) runs centrally: argocd-server, repo-server, redis, Kargo.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lightweight Agent runs in each AON site cluster and dials out to the hub.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mTLS gRPC, self-healing, no inbound reachability into any AON site required.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Kargo is unaffected: it only ever talks to the Argo CD API on the hub.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AON Onboarding: Install the Principal (Hub, one time)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GitOps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1338560" cy="5394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Argo CD control-plane components (server, repo-server, redis)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-n argocd --server-side \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-k "https://github.com/argoproj-labs/argocd-agent/install/kubernetes/argo-cd/principal?ref=main" \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--context &lt;hub-context&gt;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Initialize the mTLS certificate authority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argocd-agentctl pki init \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--principal-context &lt;hub-context&gt; --principal-namespace argocd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Install the Principal component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-n argocd \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-k "https://github.com/argoproj-labs/argocd-agent/install/kubernetes/principal?ref=main" \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--context &lt;hub-context&gt;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Expose the Principal gRPC endpoint (LoadBalancer/NodePort reachable by sites)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patch svc argocd-agent-principal -n argocd --context &lt;hub-context&gt; \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--patch '{"spec":{"type":"LoadBalancer"}}'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Issue Principal + resource-proxy certs, and the JWT signing key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argocd-agentctl pki issue principal --principal-context &lt;hub-context&gt; \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--principal-namespace argocd --ip &lt;hub-ip&gt; --dns &lt;hub-dns&gt; --upsert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argocd-agentctl pki issue resource-proxy --principal-context &lt;hub-context&gt; \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--principal-namespace argocd --ip &lt;hub-ip&gt; --dns &lt;hub-dns&gt; --upsert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argocd-agentctl jwt create-key --principal-context &lt;hub-context&gt; \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--principal-namespace argocd --upsert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AON Onboarding: Register Each Site Cluster (repeat per site)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GitOps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1338560" cy="5394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SITE_ID=aon-site-042   # unique per AON cluster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Argo CD workload components (application-controller runs on the site)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-n argocd --server-side \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-k "https://github.com/argoproj-labs/argocd-agent/install/kubernetes/argo-cd/agent-managed?ref=main" \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--context $SITE_ID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Register the site identity on the hub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argocd-agentctl agent create $SITE_ID \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--principal-context &lt;hub-context&gt; --principal-namespace argocd \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--resource-proxy-server &lt;hub-ip&gt;:9090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Issue the site's client certificate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argocd-agentctl pki issue agent $SITE_ID \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--principal-context &lt;hub-context&gt; --agent-context $SITE_ID \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--agent-namespace argocd --upsert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Deploy the Agent on the site cluster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-n argocd \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-k "https://github.com/argoproj-labs/argocd-agent/install/kubernetes/agent?ref=main" \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--context $SITE_ID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Point the Agent at the hub and restart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patch configmap argocd-agent-params -n argocd --context $SITE_ID \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--patch "{\"data\":{\"agent.server.address\":\"&lt;hub-ip&gt;\",\"agent.mode\":\"managed\"}}"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restart deployment argocd-agent-agent -n argocd --context $SITE_ID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6. Verify the site shows up as connected on the hub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argocd-agentctl agent list \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--principal-context &lt;hub-context&gt; --principal-namespace argocd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Kargo + rings: Argo CD `Application.spec.destination.name` targets a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`$SITE_ID` directly (destination-based mapping) — map ring 0/1/2 site IDs to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Kargo `dev`/`staging`/`production` Stages, unchanged from the app-level model.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Additional Kargo Use Cases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GitOps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5394960" cy="52120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1051560"/>
            <a:ext cx="5394960" cy="52120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 Level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Cluster Level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173736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Helm chart version promotion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Config/feature-flag rollout via git Freight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Canary analysis via Argo Rollouts metrics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Multi-service bundled release (frontend + backend Freight)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Expedited security-patch lane (bypass soak time)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Database migration image gated by verification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173736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Node pool / AMI rolling upgrade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CNI, CSI, ingress controller add-on upgrades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OPA/Gatekeeper policy bundle rollout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Resource quota / autoscaler config promotion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Multi-region cluster promotion for DR readiness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Certificate authority rotation rollout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Demo Assets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Kargo GitOps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Slide deck: gitops/demo/KARGO_ARCHITECTURE_DEMO_SLIDES.md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Guided runner: gitops/demo/run_kargo_demo.sh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Demo manifests: gitops/demo/kargo-image-freight-demo.yaml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Reference walkthrough: gitops/demo/KARGO_FREIGHT_DEMO.md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KubernetesDeviation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Kargo GitOps Promotion Demo</dc:title>
  <dc:subject>Kargo Demo</dc:subject>
  <dc:creator>KubernetesDeviation Project</dc:creator>
  <cp:lastModifiedBy>KubernetesDeviation Project</cp:lastModifiedBy>
  <cp:revision>1</cp:revision>
  <dcterms:created xsi:type="dcterms:W3CDTF">2026-08-24T21:17:34Z</dcterms:created>
  <dcterms:modified xsi:type="dcterms:W3CDTF">2026-08-24T21:17:34Z</dcterms:modified>
</cp:coreProperties>
</file>